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Medical Transcription &amp; NLP Sentiment Intelligence</a:t>
            </a:r>
          </a:p>
          <a:p>
            <a:pPr>
              <a:spcAft>
                <a:spcPts val="3000"/>
              </a:spcAft>
              <a:defRPr sz="2000">
                <a:solidFill>
                  <a:srgbClr val="2DD4BF"/>
                </a:solidFill>
              </a:defRPr>
            </a:pPr>
            <a:r>
              <a:t>A Machine Learning &amp; Clinical Text Extraction Web Platform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Presented by: Aditya Singh   |   Live Demo: https://medicaltextprocessing.onrender.com/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NLP &amp; CLINICAL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🩺 Medical NER &amp; Extraction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Automatically extracts Symptoms, Anatomical Structures, Medications, and Procedures from clinical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🏷️ Specialty Classifier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Categorizes transcripts into Cardiology, Neurology, Oncology, Pulmonology, and 4 other medical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📊 Sentiment Risk Analysis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Classifies sentiment (Positive, Neutral, Negative) and calculates clinical risk urgency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NLP &amp; CLINICAL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ML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📊 Dataset &amp; Feature Engineering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Dataset: 5,842 labeled sentence records (data.csv).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Pre-processing: Lowercasing, regex URL/noise removal, tokenization.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Feature Union: Word N-grams (1-3) + Character WB N-grams (2-5).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Sublinear TF-IDF scaling for high term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⚡ Tech Stack &amp; Serving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ML Model: Calibrated Linear Classifier (Scikit-Learn).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Backend Web Server: Python Flask + Gunicorn WSGI.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Frontend UI: HTML5, High-Contrast CSS, Chart.js.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REST APIs: /api/predict, /api/medical-analyze, /api/batch-predict.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NLP &amp; CLINICAL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Key Results &amp; User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</a:defRPr>
            </a:pPr>
            <a:r>
              <a:t>69.6%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Model Accuracy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</a:defRPr>
            </a:pPr>
            <a:r>
              <a:t>5,842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Trained Sentence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</a:defRPr>
            </a:pPr>
            <a:r>
              <a:t>8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Medical Domains Tracked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Accessible Light/Dark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💡 Interactive Features Built: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✔  Real-Time Clinical Analyzer: Instantly parses symptoms, medical domain, and urgency level.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✔  Batch Dataset Explorer: Processes multi-row CSV datasets with live probability progress bars.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✔  Accessible Color Palette: WCAG AAA compliant Clean Minimalist Light Mode with high-contrast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NLP &amp; CLINICAL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Deployment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🌐 Live Deployment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🚀 Hosted on Render: https://medicaltextprocessing.onrender.com/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🚀 GitHub Repository: https://github.com/adityasingh463/medicaltextprocessing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🚀 Production Ready: Docker / Gunicorn / Render Blueprint (render.yaml).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🔮 Future Roadmap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✦ Transformer Models: Fine-tune BioBERT / ClinicalBERT for 90%+ accuracy.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✦ EHR System Integration: REST API hooks for hospital EMR systems.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✦ Multilingual Support: Expand entity recognition to multi-language medical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